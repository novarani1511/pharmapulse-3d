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6B6D4"/>
                </a:solidFill>
                <a:latin typeface="Arial"/>
              </a:defRPr>
            </a:pPr>
            <a:r>
              <a:t>PharmaPulse 3D</a:t>
            </a:r>
          </a:p>
          <a:p>
            <a:pPr>
              <a:spcAft>
                <a:spcPts val="2000"/>
              </a:spcAft>
              <a:defRPr sz="2000">
                <a:solidFill>
                  <a:srgbClr val="8B5CF6"/>
                </a:solidFill>
                <a:latin typeface="Calibri"/>
              </a:defRPr>
            </a:pPr>
            <a:r>
              <a:t>PubChem Powered Drug Discovery &amp; QSAR Physicochemical Analyzer</a:t>
            </a:r>
          </a:p>
          <a:p>
            <a:pPr>
              <a:spcAft>
                <a:spcPts val="3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Aplikasi Berbasis Web untuk Penapisan Kelayakan Obat (Druglikeness), Evaluasi Lipinski RO5, &amp; Visualisasi 3D Konformer Molekul secara Real-Time.</a:t>
            </a:r>
          </a:p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Disusun oleh: Novarani | Bidang: Kimia Farmasi / Industri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1 dari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Latar Belakang &amp; Urgensi Penelitian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Tantangan Desain Obat Klasik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Proses penemuan obat membutuhkan biaya tinggi dan waktu bertahun-tahun.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Banyak calon molekul obat gagal pada uji klinis akibat sifat permeabilitas dan absorpsi oral yang buruk.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Peran Aturan Lipinski (RO5)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Christopher A. Lipinski merumuskan Aturan Empat Parameter (Lipinski's Rule of Five).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Digunakan untuk memprediksi secara cepat permeabilitas membran sel dan bioavailabilitas oral molekul.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Kebutuhan Akses Data Real-Time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Laboratorium akademis &amp; R&amp;D industri membutuhkan alat bantu komputasi cepat.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Terhubung langsung dengan basis data molekul ilmiah tanpa perlu menginput parameter manual.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Pentingnya Spatial 3D Conformer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Pemahaman spasial 3D molekul (panjang ikatan, gugus fungsi, dan kepolaran ruang).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Sangat vital dalam memprediksi interaksi molekul obat dengan reseptor biologis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2 dari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Solusi &amp; Inovasi Teknologi PharmaPulse 3D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Integrasi PubChem API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Terhubung langsung dengan PubChem PUG-REST API (NIH/NLM).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Akses gratis tanpa API Key.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Menarik 15+ deskriptor sifat fisikokimia secara otomatis dalam hitungan milidetik.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3Dmol.js Engine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Visualisator konformer 3D molekul interaktif.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Rotasi otomatis 360°, zoom, dan penyesuaian gaya (Ball &amp; Stick, Spacefill, Wireframe).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Pewarnaan atom standar CPK.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Multi-QSAR Evaluator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Penilaian otomatis Lipinski RO5.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Saringan Veber Filter &amp; Ghose Filter.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Pfizer 3/75 Toxicity Risk Rule.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Grafik Radar Lipofilitas berbasis Chart.js.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3 dari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Arsitektur Sistem &amp; Alur Kerja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1. Input Pengguna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Pengguna memasukkan Nama Obat (misal: Paracetamol, Atorvastatin), SMILES, atau CID.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39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2. Query PubChem API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Aplikasi melakukan kueri HTTP REST API untuk mengambil CID, deskriptor fisikokimia, &amp; koordinat 3D SDF.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3. Komputasi QSAR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Algoritma mengevaluasi pelanggaran Lipinski (MW &lt;= 500, LogP &lt;= 5, HBD &lt;= 5, HBA &lt;= 10) &amp; saringan pendukung.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4. Rendering UI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Menampilkan hasil evaluasi pada dashboard Dark Glassmorphic beserta Grafik Radar &amp; 3D Viewer.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4 dari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Parameter Evaluasi Lipinski RO5 &amp; QSAR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4 Aturan Lipinski (RO5)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Bobot Molekul (MW): &lt;= 500 g/mol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Partisi Lipofilitas (XLogP): &lt;= 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H-Bond Donors (HBD): &lt;= 5 (gugus -OH, -NH)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H-Bond Acceptors (HBA): &lt;= 10 (atom O, N)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Tujuan: Memprediksi kelayakan absorpsi dan permeabilitas sediaan obat oral.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Saringan Tambahan Bioavailabilitas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Veber Rule: Rotatable Bonds &lt;= 10 &amp; TPSA &lt;= 140 Å² (Ideal permeabilitas membran sel)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Ghose Filter: MW (160-480), LogP (-0.4 s/d 5.6) untuk kesesuaian basis data obat.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Pfizer 3/75 Rule: Deteksi risiko toksisitas in vivo jika LogP &gt; 3 &amp; TPSA &lt; 75 Å².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5 dari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Contoh Studi Kasus Pengujian Obat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Paracetamol (CID 1983)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151.16 g/mol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LogP: 0.5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2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49.33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Sangat potensial sebagai sediaan oral (0 Pelanggaran).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9E0B"/>
                </a:solidFill>
                <a:latin typeface="Arial"/>
              </a:defRPr>
            </a:pPr>
            <a:r>
              <a:t>Atorvastatin (CID 60823)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558.64 g/mol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LogP: 5.7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4 | HBA: 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111.53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2/4 (Peringatan)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Melanggar 2 aturan (MW &gt; 500 &amp; LogP &gt;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Amoxicillin (CID 33613)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365.40 g/mol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LogP: -2.0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4 | HBA: 6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158.00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Lolos ideal sebagai antibiotik oral.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6 dari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Keandalan &amp; Robustness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Tiered Property Fallback Query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Menangani dinamika penamaan properti di PubChem API (XLogP vs XLogP3).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Mencoba XLogP -&gt; XLogP3 -&gt; Base Properties secara otomatis.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terjadinya error HTTP 400 Bad Request pada senyawa obat mana pun.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Offline Dataset Cache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Menyediakan basis data pra-cache untuk 9+ senyawa obat preset utama.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Menjamin aplikasi tetap beroperasi 100% lancar meski tanpa jaringan internet.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Penanganan error gracefully tanpa dialog popup mengganggu.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7 dari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Kesimpulan &amp; Repositori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PharmaPulse 3D Siap Digunakan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PharmaPulse 3D berhasil menggabungkan integrasi data molekul ilmiah PubChem real-time, visualisasi spatial 3D, dan komputasi evaluasi kelayakan obat (QSAR).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Sangat bermanfaat untuk kegiatan praktikum akademis kimia farmasi maupun analisis awal R&amp;D / QC industri farmasi.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GitHub Repository: https://github.com/novarani1511/pharmapulse-3d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Demo Server Lokal: http://localhost:3000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Terima kasih atas perhatian Bapak/Ibu Dosen!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8 dari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